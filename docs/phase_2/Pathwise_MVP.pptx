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141ec34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5141ec34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5141ec34a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5141ec34a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5141ec34a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5141ec34a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141ec34a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5141ec34a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5141ec34a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5141ec34a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5141ec34a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5141ec34a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