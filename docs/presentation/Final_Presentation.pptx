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e2f3a665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e2f3a6653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e2f3a6653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e2f3a6653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e2f3a6653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e2f3a6653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/>
          <p:nvPr/>
        </p:nvSpPr>
        <p:spPr>
          <a:xfrm>
            <a:off x="8412350" y="4956375"/>
            <a:ext cx="678600" cy="135000"/>
          </a:xfrm>
          <a:prstGeom prst="rect">
            <a:avLst/>
          </a:prstGeom>
          <a:solidFill>
            <a:srgbClr val="F4F0E7"/>
          </a:solidFill>
          <a:ln cap="flat" cmpd="sng" w="9525">
            <a:solidFill>
              <a:srgbClr val="F4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/>
          <p:nvPr/>
        </p:nvSpPr>
        <p:spPr>
          <a:xfrm>
            <a:off x="8412350" y="4956375"/>
            <a:ext cx="678600" cy="135000"/>
          </a:xfrm>
          <a:prstGeom prst="rect">
            <a:avLst/>
          </a:prstGeom>
          <a:solidFill>
            <a:srgbClr val="F4F0E7"/>
          </a:solidFill>
          <a:ln cap="flat" cmpd="sng" w="9525">
            <a:solidFill>
              <a:srgbClr val="F4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/>
          <p:nvPr/>
        </p:nvSpPr>
        <p:spPr>
          <a:xfrm>
            <a:off x="8412350" y="4956375"/>
            <a:ext cx="678600" cy="135000"/>
          </a:xfrm>
          <a:prstGeom prst="rect">
            <a:avLst/>
          </a:prstGeom>
          <a:solidFill>
            <a:srgbClr val="FDF9F2"/>
          </a:solidFill>
          <a:ln cap="flat" cmpd="sng" w="9525">
            <a:solidFill>
              <a:srgbClr val="FDF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