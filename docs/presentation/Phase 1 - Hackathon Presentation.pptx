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a014aaf5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ba014aaf5_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ba014aaf5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ba014aaf5_4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a014aaf5_4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ba014aaf5_4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ba014aaf5_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ba014aaf5_4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ba014aaf5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ba014aaf5_4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ba014aaf5_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ba014aaf5_4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ba014aaf5_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ba014aaf5_4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ba014aaf5_4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ba014aaf5_4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85763" y="1198364"/>
            <a:ext cx="4371975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771525" y="2185988"/>
            <a:ext cx="360045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06301" y="2478881"/>
            <a:ext cx="4371975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06301" y="1635026"/>
            <a:ext cx="4371975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57175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614613" y="900113"/>
            <a:ext cx="2271713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57175" y="863501"/>
            <a:ext cx="227260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57175" y="1223367"/>
            <a:ext cx="227260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612827" y="863501"/>
            <a:ext cx="2273498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612827" y="1223367"/>
            <a:ext cx="2273498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57175" y="153591"/>
            <a:ext cx="1692176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010966" y="153591"/>
            <a:ext cx="2875359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57175" y="807244"/>
            <a:ext cx="1692176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008162" y="2700338"/>
            <a:ext cx="3086100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008162" y="344686"/>
            <a:ext cx="3086100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08162" y="3019128"/>
            <a:ext cx="3086100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298823" y="-141535"/>
            <a:ext cx="2545854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661940" y="1221582"/>
            <a:ext cx="3291483" cy="1157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04502" y="107157"/>
            <a:ext cx="3291483" cy="3386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/>
          <p:nvPr/>
        </p:nvSpPr>
        <p:spPr>
          <a:xfrm>
            <a:off x="8373725" y="4928150"/>
            <a:ext cx="729000" cy="1656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8373725" y="4985750"/>
            <a:ext cx="729000" cy="1080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/>
          <p:nvPr/>
        </p:nvSpPr>
        <p:spPr>
          <a:xfrm>
            <a:off x="8373725" y="4928150"/>
            <a:ext cx="729000" cy="165600"/>
          </a:xfrm>
          <a:prstGeom prst="rect">
            <a:avLst/>
          </a:prstGeom>
          <a:solidFill>
            <a:srgbClr val="F4EFE3"/>
          </a:solidFill>
          <a:ln cap="flat" cmpd="sng" w="9525">
            <a:solidFill>
              <a:srgbClr val="F4E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/>
          <p:nvPr/>
        </p:nvSpPr>
        <p:spPr>
          <a:xfrm>
            <a:off x="8373725" y="4920700"/>
            <a:ext cx="729000" cy="165600"/>
          </a:xfrm>
          <a:prstGeom prst="rect">
            <a:avLst/>
          </a:prstGeom>
          <a:solidFill>
            <a:srgbClr val="F3F1E2"/>
          </a:solidFill>
          <a:ln cap="flat" cmpd="sng" w="9525">
            <a:solidFill>
              <a:srgbClr val="F7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/>
          <p:nvPr/>
        </p:nvSpPr>
        <p:spPr>
          <a:xfrm>
            <a:off x="8373725" y="4956475"/>
            <a:ext cx="729000" cy="1656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46075" y="4956475"/>
            <a:ext cx="729000" cy="1656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/>
          <p:nvPr/>
        </p:nvSpPr>
        <p:spPr>
          <a:xfrm>
            <a:off x="8373725" y="4928150"/>
            <a:ext cx="729000" cy="1656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/>
          <p:nvPr/>
        </p:nvSpPr>
        <p:spPr>
          <a:xfrm>
            <a:off x="8373725" y="4928150"/>
            <a:ext cx="729000" cy="1656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2"/>
          <p:cNvSpPr/>
          <p:nvPr/>
        </p:nvSpPr>
        <p:spPr>
          <a:xfrm>
            <a:off x="8373725" y="4928150"/>
            <a:ext cx="729000" cy="165600"/>
          </a:xfrm>
          <a:prstGeom prst="rect">
            <a:avLst/>
          </a:prstGeom>
          <a:solidFill>
            <a:srgbClr val="FCF8EA"/>
          </a:solidFill>
          <a:ln cap="flat" cmpd="sng" w="9525">
            <a:solidFill>
              <a:srgbClr val="FC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